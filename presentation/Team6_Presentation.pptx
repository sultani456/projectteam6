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7" r:id="rId6"/>
    <p:sldId id="261" r:id="rId7"/>
    <p:sldId id="268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3090CC-5883-4EC1-B0F4-75A42891DA4F}" v="6" dt="2025-11-26T05:27:01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82"/>
    <p:restoredTop sz="94675"/>
  </p:normalViewPr>
  <p:slideViewPr>
    <p:cSldViewPr snapToGrid="0">
      <p:cViewPr varScale="1">
        <p:scale>
          <a:sx n="141" d="100"/>
          <a:sy n="141" d="100"/>
        </p:scale>
        <p:origin x="22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imkhan Mirzada" userId="b388980dc8cf488b" providerId="LiveId" clId="{105B630F-563F-4B40-8FC3-95498109E78B}"/>
    <pc:docChg chg="custSel addSld modSld">
      <pc:chgData name="Rahimkhan Mirzada" userId="b388980dc8cf488b" providerId="LiveId" clId="{105B630F-563F-4B40-8FC3-95498109E78B}" dt="2025-11-26T05:45:12.242" v="77" actId="20577"/>
      <pc:docMkLst>
        <pc:docMk/>
      </pc:docMkLst>
      <pc:sldChg chg="modSp new mod">
        <pc:chgData name="Rahimkhan Mirzada" userId="b388980dc8cf488b" providerId="LiveId" clId="{105B630F-563F-4B40-8FC3-95498109E78B}" dt="2025-11-26T05:27:29.847" v="41" actId="20577"/>
        <pc:sldMkLst>
          <pc:docMk/>
          <pc:sldMk cId="3880661492" sldId="256"/>
        </pc:sldMkLst>
        <pc:spChg chg="mod">
          <ac:chgData name="Rahimkhan Mirzada" userId="b388980dc8cf488b" providerId="LiveId" clId="{105B630F-563F-4B40-8FC3-95498109E78B}" dt="2025-11-26T05:27:29.847" v="41" actId="20577"/>
          <ac:spMkLst>
            <pc:docMk/>
            <pc:sldMk cId="3880661492" sldId="256"/>
            <ac:spMk id="2" creationId="{BB4F2005-548D-AD3D-FE1D-6BCBEFD72612}"/>
          </ac:spMkLst>
        </pc:spChg>
      </pc:sldChg>
      <pc:sldChg chg="modSp add mod">
        <pc:chgData name="Rahimkhan Mirzada" userId="b388980dc8cf488b" providerId="LiveId" clId="{105B630F-563F-4B40-8FC3-95498109E78B}" dt="2025-11-26T05:45:12.242" v="77" actId="20577"/>
        <pc:sldMkLst>
          <pc:docMk/>
          <pc:sldMk cId="3443463931" sldId="257"/>
        </pc:sldMkLst>
        <pc:spChg chg="mod">
          <ac:chgData name="Rahimkhan Mirzada" userId="b388980dc8cf488b" providerId="LiveId" clId="{105B630F-563F-4B40-8FC3-95498109E78B}" dt="2025-11-26T05:45:12.242" v="77" actId="20577"/>
          <ac:spMkLst>
            <pc:docMk/>
            <pc:sldMk cId="3443463931" sldId="257"/>
            <ac:spMk id="2" creationId="{9BBFEC68-C220-8527-511C-E6ABD9BC039C}"/>
          </ac:spMkLst>
        </pc:spChg>
      </pc:sldChg>
      <pc:sldChg chg="add">
        <pc:chgData name="Rahimkhan Mirzada" userId="b388980dc8cf488b" providerId="LiveId" clId="{105B630F-563F-4B40-8FC3-95498109E78B}" dt="2025-11-26T05:27:00.747" v="2"/>
        <pc:sldMkLst>
          <pc:docMk/>
          <pc:sldMk cId="2200590122" sldId="258"/>
        </pc:sldMkLst>
      </pc:sldChg>
      <pc:sldChg chg="add">
        <pc:chgData name="Rahimkhan Mirzada" userId="b388980dc8cf488b" providerId="LiveId" clId="{105B630F-563F-4B40-8FC3-95498109E78B}" dt="2025-11-26T05:27:00.927" v="3"/>
        <pc:sldMkLst>
          <pc:docMk/>
          <pc:sldMk cId="4051033337" sldId="259"/>
        </pc:sldMkLst>
      </pc:sldChg>
      <pc:sldChg chg="add">
        <pc:chgData name="Rahimkhan Mirzada" userId="b388980dc8cf488b" providerId="LiveId" clId="{105B630F-563F-4B40-8FC3-95498109E78B}" dt="2025-11-26T05:27:01.117" v="4"/>
        <pc:sldMkLst>
          <pc:docMk/>
          <pc:sldMk cId="3833647266" sldId="260"/>
        </pc:sldMkLst>
      </pc:sldChg>
      <pc:sldChg chg="add">
        <pc:chgData name="Rahimkhan Mirzada" userId="b388980dc8cf488b" providerId="LiveId" clId="{105B630F-563F-4B40-8FC3-95498109E78B}" dt="2025-11-26T05:27:01.314" v="5"/>
        <pc:sldMkLst>
          <pc:docMk/>
          <pc:sldMk cId="2938741527" sldId="261"/>
        </pc:sldMkLst>
      </pc:sldChg>
      <pc:sldChg chg="add">
        <pc:chgData name="Rahimkhan Mirzada" userId="b388980dc8cf488b" providerId="LiveId" clId="{105B630F-563F-4B40-8FC3-95498109E78B}" dt="2025-11-26T05:27:01.483" v="6"/>
        <pc:sldMkLst>
          <pc:docMk/>
          <pc:sldMk cId="4248940115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DD1B-489B-4C56-5F9E-F553E49C1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53C98-64F4-3522-7799-CB120D924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437DB-CB63-BFDB-5ADD-80363166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450D9-4095-B90E-991F-41B1D7B1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4D5F2-26FF-31A0-8F6B-726A7189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2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7849-809C-2C66-2877-6041D5A8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2AE71-302F-FB8D-1084-3F0EFF6B8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0509C-CE23-B18A-D86E-B624F7BA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85F0C-1893-5E16-F939-97EE125E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EEFE8-620F-98BE-6D91-B24A00A9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7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0206-2CC8-9239-25E4-AB73B40B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CECBE-2965-BB27-2B93-FAC342AB8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330C9-6C6E-5472-6AE5-6073BFA3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E33C-380B-5149-D272-7276A536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395DB-86CC-D3D1-7CB5-1E33E21D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93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C7C3-48AD-24A7-7C2E-DE022162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7709A-683E-755C-0561-8DC39ABBC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1E30A-19C9-28E3-844F-C4425F71C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FF1C0-1025-9A78-4905-F47D81257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0A9EC-E93C-F4B7-756B-A2240C1A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2F90E-61FC-C2DF-6858-199FA5B3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8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E2DA-DA9A-05D8-0F64-62E4ACF0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BA9AD-A887-579A-3D5E-D7E5909A8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2979A-EFFE-465B-F9CF-2940AC33A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41D02-3AB2-E92D-DEEE-420F0499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1A6F8-908C-C8FC-5D6B-ED775CE3D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64BB-2C47-3BF1-8A75-9FCF5AA2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7535C-BB63-FCEC-0671-9697AA33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527B2-78C1-6C83-1AEB-C32C8F1A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5894-3DF2-910F-5A87-D19DD15E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1F1DD-6D5F-4D5F-ECE2-1E50A12E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B4D91-7000-47FF-AB80-DE998A4E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68C5F-2842-5780-1EB9-6D027B85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2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E50BC-DC3F-D342-8E18-52275D523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FD0DF2-3235-460B-BBF3-3C0168C0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4611A-5A16-DC64-350C-ECA3122A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0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1DD5-68E1-780D-75D5-E5034DAE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1EFA-E475-D95F-6991-8925E3C47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4B883-B09A-2B53-4BAD-E56B4D8C5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0E6E8-347E-9372-C7B7-ABA741FC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47BDD-AAEA-D4C4-2B31-78AFE354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47197-3DE2-B999-301F-A89A0749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1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E0E2-0A43-6B5C-9AB3-B4B906B7A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1B9DC-4ED4-DF0F-DBF3-FE4D85A20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919D2-B9CB-A7C8-AF3E-B49AD9504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69733-9F98-2B6E-CAA9-A6106859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F11C6-E788-23FD-E6C1-4943BE76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C8EF8-FF2E-5586-B5BD-F280994B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2266-0DAB-DD92-2BB1-6F20E71E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5F8D7-CB90-6D1F-5C0A-2F4588D43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35F7E-A14C-BE4B-92FE-04A24120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A0398-D9C4-972D-DEFF-56D3DB4A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377DA-E57A-7F3D-D7B6-DCE5343D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5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D9F2-232C-449A-E69E-1E8EB4475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75950-D3DE-6175-F97B-09A4E90A2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A7E28-A5A2-73B4-8228-20EE6986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982F3-9D45-D114-982D-B81B572E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72349-B3D5-111F-1F09-126C0BE7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0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713869-26DF-3C96-A295-783EAD76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0EE5-D72F-2E3D-7D5A-902BDE1F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F9871-53AA-9A44-45DA-B01B9BF27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B67B-D544-48F9-91A0-6DF8B8715AA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D40B9-9124-8322-344E-E1876E8A6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340F8-CD65-8519-4A16-F461D3AD8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3E0F0-D8EF-4466-A4DE-E9CC2287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5210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2005-548D-AD3D-FE1D-6BCBEFD72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677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904C7-F0ED-EC78-9865-742522FD3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20245"/>
          </a:xfrm>
        </p:spPr>
        <p:txBody>
          <a:bodyPr/>
          <a:lstStyle/>
          <a:p>
            <a:pPr algn="l"/>
            <a:r>
              <a:rPr lang="en-US" dirty="0"/>
              <a:t>Contributor: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Besmillah</a:t>
            </a:r>
            <a:r>
              <a:rPr lang="en-US" dirty="0"/>
              <a:t> Sultani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Caleb Presto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Jason Mock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Rahim Mirzada</a:t>
            </a:r>
          </a:p>
          <a:p>
            <a:pPr algn="l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C004C7-2829-8015-9ACE-0BF9D4D8B1FC}"/>
              </a:ext>
            </a:extLst>
          </p:cNvPr>
          <p:cNvSpPr/>
          <p:nvPr/>
        </p:nvSpPr>
        <p:spPr>
          <a:xfrm>
            <a:off x="1317171" y="1108756"/>
            <a:ext cx="8969829" cy="19038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Group 6 Maze Game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32C12-335C-F149-7F90-598316C3F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142" y="4833891"/>
            <a:ext cx="1835244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6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642B-13B3-34DD-3006-7D631DAA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20B7-99F6-9ECC-3D42-8BC66DED8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2117"/>
            <a:ext cx="5270090" cy="1138083"/>
          </a:xfrm>
        </p:spPr>
        <p:txBody>
          <a:bodyPr/>
          <a:lstStyle/>
          <a:p>
            <a:r>
              <a:rPr lang="en-US" dirty="0"/>
              <a:t>Initial UML/GUI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370C1-5770-2F91-671B-74DD1B973A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CADC0-E6AE-4A9B-82B5-B611FB4F7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261" y="462117"/>
            <a:ext cx="2109004" cy="47205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62682B-71B9-717C-E4A8-5078361E7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76" y="2214523"/>
            <a:ext cx="7169518" cy="3549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86C3C5-A72B-6680-C261-B3A8FA641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570" y="4864262"/>
            <a:ext cx="1714816" cy="84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9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7ECF3-F4F8-22F8-55D6-4E71C378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98C4-6120-E75E-ACF5-389971A99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5095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Challenging Part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EE44F-293F-E24A-70EA-6FD65B028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2594"/>
            <a:ext cx="9144000" cy="306520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Communication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Agreement on Console/GUI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92385-7819-F2F2-1D14-D74DBFCF5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33112" y="1987264"/>
            <a:ext cx="4234788" cy="2819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9EBA8E-F8DD-18A9-61D1-072927B640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207" y="4806927"/>
            <a:ext cx="1835244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33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8E8F-8F26-1532-BB93-92A7C24A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308E-E29E-35FA-2033-6462016B7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7335"/>
            <a:ext cx="9144000" cy="1173981"/>
          </a:xfrm>
        </p:spPr>
        <p:txBody>
          <a:bodyPr/>
          <a:lstStyle/>
          <a:p>
            <a:r>
              <a:rPr lang="en-US" dirty="0"/>
              <a:t>Refactored UML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06035-D740-2CD0-6E1D-96E1E5C81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779" y="1681316"/>
            <a:ext cx="3617305" cy="410988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Scalability and Flexibility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Game Controls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Random Punishment / Enemy / Barrier placements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775AB-F6C2-52D7-BDB2-585B13640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065" y="1728019"/>
            <a:ext cx="7427562" cy="4434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57BB3F-F39C-9366-ABF6-CF00CBD9B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010" y="4889454"/>
            <a:ext cx="1835244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4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55C0F-E5B5-943F-0FB5-C1EF78936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231" y="556018"/>
            <a:ext cx="12335575" cy="6112060"/>
          </a:xfrm>
        </p:spPr>
      </p:pic>
    </p:spTree>
    <p:extLst>
      <p:ext uri="{BB962C8B-B14F-4D97-AF65-F5344CB8AC3E}">
        <p14:creationId xmlns:p14="http://schemas.microsoft.com/office/powerpoint/2010/main" val="359431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E731B-72C1-9728-4D48-371CEBCA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E8A2-4AD0-54A2-8F14-49928FFA7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9350"/>
            <a:ext cx="9144000" cy="874278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GUI: 12 x 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26F41-0097-C88E-46A2-7FBE2CE12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485" y="4692627"/>
            <a:ext cx="1835244" cy="901746"/>
          </a:xfrm>
          <a:prstGeom prst="rect">
            <a:avLst/>
          </a:prstGeom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A003DD3-347E-7345-B303-170DEE28B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8" y="1947596"/>
            <a:ext cx="5142683" cy="371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4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E214-75C6-33E3-9762-3A9B8B44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18D2-EEFB-27EA-97CD-A43E7AB34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9350"/>
            <a:ext cx="9144000" cy="874278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GUI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9B26D-89C3-F517-493A-5E02972F0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485" y="4692627"/>
            <a:ext cx="1835244" cy="901746"/>
          </a:xfrm>
          <a:prstGeom prst="rect">
            <a:avLst/>
          </a:prstGeom>
        </p:spPr>
      </p:pic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D885C2A-65AD-E443-D9E0-F5D21CFCE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150" y="0"/>
            <a:ext cx="6605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4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72E4-55B9-4788-2BA4-31B3B9F8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BE94-2F6E-1A94-F41A-F6E612E3C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9036"/>
            <a:ext cx="9144000" cy="1077685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F990B-B19C-7975-86B6-14683BF1F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2564" y="2291433"/>
            <a:ext cx="2637065" cy="3178637"/>
          </a:xfrm>
        </p:spPr>
        <p:txBody>
          <a:bodyPr>
            <a:normAutofit fontScale="4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⁠Game grew more complex as we added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Manual playtesting was not enough to catch every 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built automated tests for quick checks with one command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bug found: some maps had no valid path to the exit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fixed the map generation and added a test to guarantee a path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⁠Total: 34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Covers movement, items and score, timer, and win or lose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Coverage report: green = tested, red = not yet tested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Core game logic is mostly covered; UI is mainly checked by playing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CAE2A-6E64-4006-45B6-7DF8EF985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44" y="2291433"/>
            <a:ext cx="7723414" cy="3178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507DD5-5CFC-15CD-7DBA-8A472A1DE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13" y="4818686"/>
            <a:ext cx="1835244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4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149</Words>
  <Application>Microsoft Macintosh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Initial UML/GUI</vt:lpstr>
      <vt:lpstr>Challenging Part</vt:lpstr>
      <vt:lpstr>Refactored UML</vt:lpstr>
      <vt:lpstr>PowerPoint Presentation</vt:lpstr>
      <vt:lpstr>Final GUI: 12 x 18</vt:lpstr>
      <vt:lpstr>Final GUI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Rahimkhan Mirzada</dc:creator>
  <cp:lastModifiedBy>Caleb Presto</cp:lastModifiedBy>
  <cp:revision>3</cp:revision>
  <dcterms:created xsi:type="dcterms:W3CDTF">2025-11-26T05:26:55Z</dcterms:created>
  <dcterms:modified xsi:type="dcterms:W3CDTF">2025-11-26T19:33:44Z</dcterms:modified>
</cp:coreProperties>
</file>